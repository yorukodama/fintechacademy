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боли подтверждаем интервью (Т9). Если интервью не проведены, говорим об этом прямо: это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Честно: в нашем docker compose запуск кода выключен (SANDBOX_ENABLED=0), потому что в образе backend нет Docker. Песочница реализована и проверена отдельно в настоящем Docker (docs/qa/security.md).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прогон на 20 решениях Андрея, модель qwen2.5:7b на CPU. Результат честный: хорошие решения оцениваются близко, самые плохие система завышает (около 20 баллов при эталоне 2-6).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называем число ИТ-специалистов банков: проверенного источника у нас нет. Расчёт ниже помечен как оценка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Экономика целиком на допущениях команды; их надо проверить интервью и пилотом.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</a:defRPr>
            </a:pPr>
            <a:r>
              <a:t>AI-тренажёр собеседований для банка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EEF2FA"/>
                </a:solidFill>
              </a:defRPr>
            </a:pPr>
            <a:r>
              <a:t>Задача на Python, разбор от локальной модели и баллы 0-100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EF2FA"/>
                </a:solidFill>
              </a:defRPr>
            </a:pPr>
            <a:r>
              <a:t>Трек «Финтех без границ» · Юра, Ангелина, Андрей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41E33"/>
                </a:solidFill>
              </a:defRPr>
            </a:pPr>
            <a:r>
              <a:t>•  Собеседование отнимает время опытных разработчиков</a:t>
            </a:r>
          </a:p>
          <a:p>
            <a:pPr>
              <a:spcAft>
                <a:spcPts val="1000"/>
              </a:spcAft>
              <a:defRPr sz="2200" b="0">
                <a:solidFill>
                  <a:srgbClr val="141E33"/>
                </a:solidFill>
              </a:defRPr>
            </a:pPr>
            <a:r>
              <a:t>•  Один и тот же код разные проверяющие оценивают по-разному</a:t>
            </a:r>
          </a:p>
          <a:p>
            <a:pPr>
              <a:spcAft>
                <a:spcPts val="1000"/>
              </a:spcAft>
              <a:defRPr sz="2200" b="0">
                <a:solidFill>
                  <a:srgbClr val="141E33"/>
                </a:solidFill>
              </a:defRPr>
            </a:pPr>
            <a:r>
              <a:t>•  Код и ответы сотрудников нельзя отправлять во внешние облачные 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Это гипотезы команды; результаты интервью: docs/jury/02_interviews.md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Решение: сквозная цепочка проверки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1463040" cy="1005840"/>
          </a:xfrm>
          <a:prstGeom prst="roundRect">
            <a:avLst/>
          </a:prstGeom>
          <a:solidFill>
            <a:srgbClr val="1F5FD1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Экран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2194560"/>
            <a:ext cx="1463040" cy="100584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E33"/>
                </a:solidFill>
              </a:defRPr>
            </a:pPr>
            <a:r>
              <a:t>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2194560"/>
            <a:ext cx="1463040" cy="100584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E33"/>
                </a:solidFill>
              </a:defRPr>
            </a:pPr>
            <a:r>
              <a:t>Обезличивание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194560"/>
            <a:ext cx="1463040" cy="100584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E33"/>
                </a:solidFill>
              </a:defRPr>
            </a:pPr>
            <a:r>
              <a:t>Анализ кода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194560"/>
            <a:ext cx="1463040" cy="100584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E33"/>
                </a:solidFill>
              </a:defRPr>
            </a:pPr>
            <a:r>
              <a:t>Модель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194560"/>
            <a:ext cx="1463040" cy="100584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1E33"/>
                </a:solidFill>
              </a:defRPr>
            </a:pPr>
            <a:r>
              <a:t>Оценщик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2194560"/>
            <a:ext cx="1463040" cy="1005840"/>
          </a:xfrm>
          <a:prstGeom prst="roundRect">
            <a:avLst/>
          </a:prstGeom>
          <a:solidFill>
            <a:srgbClr val="1F5FD1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Человек получает банковскую задачу, пишет решение в редакторе и отвечает на 2-3 вопроса.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Анализатор находит замечания по 8 правилам, модель пишет разбор по-русски, оценщик ставит баллы 0-100.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Безопасность по умолчанию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Модель работает локально (Ollama) и заменяется на российскую (GigaChat) одной переменной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Персональные данные обезличиваются до обращения к модели: ФИО, телефоны, e-mail, карты, счета, ИНН, СНИЛС, паспорт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Код кандидата запускается только в контейнере: без сети, 5 секунд, 128 МБ, не от root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Проверено 14 атак (бесконечный цикл, сеть, память, подмена результата): ни одна не прошла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В демо запуск кода в контейнере выключен; анализ кода по правилам работает всегда.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Демо: условие, редактор, вопросы</a:t>
            </a:r>
          </a:p>
        </p:txBody>
      </p:sp>
      <p:pic>
        <p:nvPicPr>
          <p:cNvPr id="4" name="Picture 3" descr="01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340112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Условие задачи и шаблон кода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Редактор Monaco, ответы на 3 вопроса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Кнопка «Отправить» запускает проверку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Демо: результат с разбором</a:t>
            </a:r>
          </a:p>
        </p:txBody>
      </p:sp>
      <p:pic>
        <p:nvPicPr>
          <p:cNvPr id="4" name="Picture 3" descr="02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03504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Общий балл и 4 критерия по 25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Разбор по-русски от модели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Замечания с номерами строк: здесь float для денег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Демо: панель руководителя</a:t>
            </a:r>
          </a:p>
        </p:txBody>
      </p:sp>
      <p:pic>
        <p:nvPicPr>
          <p:cNvPr id="4" name="Picture 3" descr="03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03504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Таблица прохождений с баллами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Фильтр по сценарию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Переход к полному разбору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Скриншоты сняты на настоящей системе: локальная модель qwen2.5:7b, 31.10.2026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Что находит анализатор (8 правил на 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Деньги в float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except без типа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eval и exec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Нет проверки входных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Слишком длинные функции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Неиспользуемые переменные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Вложенность больше 3</a:t>
            </a:r>
          </a:p>
          <a:p>
            <a:pPr>
              <a:spcAft>
                <a:spcPts val="1000"/>
              </a:spcAft>
              <a:defRPr sz="2400" b="0">
                <a:solidFill>
                  <a:srgbClr val="141E33"/>
                </a:solidFill>
              </a:defRPr>
            </a:pPr>
            <a:r>
              <a:t>•  Нет return в ветках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Анализ идёт без выполнения кода. Тесты на каждое правило; elif не считается вложенностью.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Метрики качества (замер 31.10.2026)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228600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1F5FD1"/>
                </a:solidFill>
              </a:defRPr>
            </a:pPr>
            <a:r>
              <a:t>9,2 балла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средняя ошибка</a:t>
            </a:r>
          </a:p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к оценке эксперта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228600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830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1F5FD1"/>
                </a:solidFill>
              </a:defRPr>
            </a:pPr>
            <a:r>
              <a:t>12 из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решений в пределах</a:t>
            </a:r>
          </a:p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10 баллов (60 %)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554480"/>
            <a:ext cx="3474720" cy="2286000"/>
          </a:xfrm>
          <a:prstGeom prst="roundRect">
            <a:avLst/>
          </a:prstGeom>
          <a:solidFill>
            <a:srgbClr val="EEF2FA"/>
          </a:solidFill>
          <a:ln>
            <a:solidFill>
              <a:srgbClr val="1F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7830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1F5FD1"/>
                </a:solidFill>
              </a:defRPr>
            </a:pPr>
            <a:r>
              <a:t>33 секунды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на разбор решения</a:t>
            </a:r>
          </a:p>
          <a:p>
            <a:pPr algn="ctr">
              <a:spcAft>
                <a:spcPts val="1000"/>
              </a:spcAft>
              <a:defRPr sz="1800" b="0">
                <a:solidFill>
                  <a:srgbClr val="5B6678"/>
                </a:solidFill>
              </a:defRPr>
            </a:pPr>
            <a:r>
              <a:t>(CPU, без видеокарты)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Хорошие решения оцениваются близко к эталону (разница до 11 баллов)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Опасные решения (eval, os.system) система завышает: около 20 при эталоне 2-6</a:t>
            </a:r>
          </a:p>
          <a:p>
            <a:pPr>
              <a:spcAft>
                <a:spcPts val="1000"/>
              </a:spcAft>
              <a:defRPr sz="1800" b="0">
                <a:solidFill>
                  <a:srgbClr val="141E33"/>
                </a:solidFill>
              </a:defRPr>
            </a:pPr>
            <a:r>
              <a:t>•  Автотесты: 382, в CI зелёные, включая сквозной тест в браузере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Рынок и охват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Проверено: штат группы ВТБ вырос на 13 % в 2024 году (Коммерсантъ, 07.04.2025; весь штат, не только ИТ)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Оценка команды: 15 000 прохождений в год на один крупный банк (10 000 сотрудников и 5 000 кандидатов)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Числа по ИТ-штату банков: источник ищем, пока не используем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Расчёт и допущения: docs/jury/03_market.md. Все числа без ссылки помечены «оценка команды».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Путь к пилоту и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Шаг 1: пилот в одном подразделении на выдуманных и обезличенных задачах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Шаг 2: сценарии самого банка, согласованные критерии оценки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Шаг 3: развёртывание в контуре банка, замена модели на согласованную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•  Оценка команды: экономия около 3,7 млн ₽ в год на банк при допущениях о времени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Финансовая модель на одной странице: docs/jury/06_financial_model.md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41E33"/>
                </a:solidFill>
              </a:defRPr>
            </a:pPr>
            <a:r>
              <a:t>Команда и что пока не готово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Юра: лид, API, анализ кода, экраны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Ангелина: модель, обезличивание, оценщик баллов</a:t>
            </a:r>
          </a:p>
          <a:p>
            <a:pPr>
              <a:spcAft>
                <a:spcPts val="1000"/>
              </a:spcAft>
              <a:defRPr sz="2000" b="0">
                <a:solidFill>
                  <a:srgbClr val="141E33"/>
                </a:solidFill>
              </a:defRPr>
            </a:pPr>
            <a:r>
              <a:t>Андрей: тесты, тестовые данные,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0392B"/>
                </a:solidFill>
              </a:defRPr>
            </a:pPr>
            <a:r>
              <a:t>Честно об ограничениях:</a:t>
            </a:r>
          </a:p>
          <a:p>
            <a:pPr>
              <a:spcAft>
                <a:spcPts val="1000"/>
              </a:spcAft>
              <a:defRPr sz="1800" b="0">
                <a:solidFill>
                  <a:srgbClr val="C0392B"/>
                </a:solidFill>
              </a:defRPr>
            </a:pPr>
            <a:r>
              <a:t>•  в docker compose запуск кода выключен</a:t>
            </a:r>
          </a:p>
          <a:p>
            <a:pPr>
              <a:spcAft>
                <a:spcPts val="1000"/>
              </a:spcAft>
              <a:defRPr sz="1800" b="0">
                <a:solidFill>
                  <a:srgbClr val="C0392B"/>
                </a:solidFill>
              </a:defRPr>
            </a:pPr>
            <a:r>
              <a:t>•  на слабом сервере разбор идёт ~33 с, нужен GPU или режим заглушки</a:t>
            </a:r>
          </a:p>
          <a:p>
            <a:pPr>
              <a:spcAft>
                <a:spcPts val="1000"/>
              </a:spcAft>
              <a:defRPr sz="1800" b="0">
                <a:solidFill>
                  <a:srgbClr val="C0392B"/>
                </a:solidFill>
              </a:defRPr>
            </a:pPr>
            <a:r>
              <a:t>•  плохие решения оценка завышает</a:t>
            </a:r>
          </a:p>
          <a:p>
            <a:pPr>
              <a:spcAft>
                <a:spcPts val="1000"/>
              </a:spcAft>
              <a:defRPr sz="1800" b="0">
                <a:solidFill>
                  <a:srgbClr val="C0392B"/>
                </a:solidFill>
              </a:defRPr>
            </a:pPr>
            <a:r>
              <a:t>•  числа рынка в основном оценки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B6678"/>
                </a:solidFill>
              </a:defRPr>
            </a:pPr>
            <a:r>
              <a:t>Репозиторий: github.com/YoruKodama/FintechAcademy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